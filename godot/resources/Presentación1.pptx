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3011150" cy="7315200"/>
  <p:notesSz cx="9144000" cy="6858000"/>
  <p:defaultTextStyle>
    <a:defPPr>
      <a:defRPr lang="es-AR"/>
    </a:defPPr>
    <a:lvl1pPr marL="0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1pPr>
    <a:lvl2pPr marL="487832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2pPr>
    <a:lvl3pPr marL="975665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3pPr>
    <a:lvl4pPr marL="1463497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4pPr>
    <a:lvl5pPr marL="1951330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5pPr>
    <a:lvl6pPr marL="2439162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6pPr>
    <a:lvl7pPr marL="2926994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7pPr>
    <a:lvl8pPr marL="3414827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8pPr>
    <a:lvl9pPr marL="3902659" algn="l" defTabSz="975665" rtl="0" eaLnBrk="1" latinLnBrk="0" hangingPunct="1">
      <a:defRPr sz="192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4E1"/>
    <a:srgbClr val="FBF2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46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6394" y="1197187"/>
            <a:ext cx="9758363" cy="2546773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6394" y="3842174"/>
            <a:ext cx="9758363" cy="1766146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83604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29686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740" y="1823721"/>
            <a:ext cx="11222117" cy="3042919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740" y="4895428"/>
            <a:ext cx="11222117" cy="16001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75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650079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4516" y="1947333"/>
            <a:ext cx="5529739" cy="464142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86895" y="1947333"/>
            <a:ext cx="5529739" cy="464142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24219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211" y="389467"/>
            <a:ext cx="11222117" cy="141393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6212" y="1793241"/>
            <a:ext cx="5504326" cy="878839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6212" y="2672080"/>
            <a:ext cx="5504326" cy="393022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86895" y="1793241"/>
            <a:ext cx="5531433" cy="878839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86895" y="2672080"/>
            <a:ext cx="5531433" cy="393022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39771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371007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15743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212" y="487680"/>
            <a:ext cx="4196434" cy="170688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31433" y="1053254"/>
            <a:ext cx="6586895" cy="5198533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6212" y="2194560"/>
            <a:ext cx="4196434" cy="4065694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71909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212" y="487680"/>
            <a:ext cx="4196434" cy="170688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1433" y="1053254"/>
            <a:ext cx="6586895" cy="5198533"/>
          </a:xfrm>
        </p:spPr>
        <p:txBody>
          <a:bodyPr anchor="t"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6212" y="2194560"/>
            <a:ext cx="4196434" cy="4065694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18788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77884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11104" y="389467"/>
            <a:ext cx="2805529" cy="619929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4517" y="389467"/>
            <a:ext cx="8253948" cy="6199294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003503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4517" y="389467"/>
            <a:ext cx="11222117" cy="1413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4517" y="1947333"/>
            <a:ext cx="11222117" cy="4641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4516" y="6780107"/>
            <a:ext cx="2927509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9CFC62-552A-4381-8FC5-A55DB422BFC9}" type="datetimeFigureOut">
              <a:rPr lang="es-AR" smtClean="0"/>
              <a:t>14/9/2025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9944" y="6780107"/>
            <a:ext cx="4391263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89125" y="6780107"/>
            <a:ext cx="2927509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C68548-44E8-4FBF-8992-BC6BEED37B0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88803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75390" rtl="0" eaLnBrk="1" latinLnBrk="0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4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D34CF68-303E-24AC-2C4F-4DACDE662C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3011150" cy="7315200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594" y="6305107"/>
            <a:ext cx="2024632" cy="60268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60000"/>
              </a:prstClr>
            </a:outerShdw>
          </a:effectLst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9632" y="1370102"/>
            <a:ext cx="2990849" cy="299084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84" b="14988"/>
          <a:stretch/>
        </p:blipFill>
        <p:spPr>
          <a:xfrm>
            <a:off x="2728913" y="1237544"/>
            <a:ext cx="3686175" cy="292417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CuadroTexto 7"/>
          <p:cNvSpPr txBox="1"/>
          <p:nvPr/>
        </p:nvSpPr>
        <p:spPr>
          <a:xfrm>
            <a:off x="4368957" y="4493509"/>
            <a:ext cx="4439036" cy="3879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Urbanist ExtraBold" panose="020B0A04040200000203" pitchFamily="34" charset="0"/>
                <a:ea typeface="Urbanist ExtraBold" panose="020B0A04040200000203" pitchFamily="34" charset="0"/>
                <a:cs typeface="Urbanist ExtraBold" panose="020B0A04040200000203" pitchFamily="34" charset="0"/>
              </a:rPr>
              <a:t>ImageCampus</a:t>
            </a:r>
            <a:r>
              <a:rPr lang="es-AR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Urbanist ExtraBold" panose="020B0A04040200000203" pitchFamily="34" charset="0"/>
                <a:ea typeface="Urbanist ExtraBold" panose="020B0A04040200000203" pitchFamily="34" charset="0"/>
                <a:cs typeface="Urbanist ExtraBold" panose="020B0A04040200000203" pitchFamily="34" charset="0"/>
              </a:rPr>
              <a:t> - TP 1 - Gabriel Campo</a:t>
            </a:r>
          </a:p>
        </p:txBody>
      </p:sp>
    </p:spTree>
    <p:extLst>
      <p:ext uri="{BB962C8B-B14F-4D97-AF65-F5344CB8AC3E}">
        <p14:creationId xmlns:p14="http://schemas.microsoft.com/office/powerpoint/2010/main" val="1183665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4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A6C086D-A203-7A5A-41F6-52C5DF7477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3011150" cy="7315200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015" b="48133"/>
          <a:stretch/>
        </p:blipFill>
        <p:spPr>
          <a:xfrm>
            <a:off x="2923544" y="1087981"/>
            <a:ext cx="926696" cy="15512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Imagen 8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35" b="47725"/>
          <a:stretch/>
        </p:blipFill>
        <p:spPr>
          <a:xfrm>
            <a:off x="10415905" y="2206913"/>
            <a:ext cx="1186332" cy="15634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68" t="3058" r="38747" b="45075"/>
          <a:stretch/>
        </p:blipFill>
        <p:spPr>
          <a:xfrm flipH="1">
            <a:off x="1416402" y="4513321"/>
            <a:ext cx="926696" cy="15512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Imagen 1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37" t="50140" r="35078" b="-2007"/>
          <a:stretch/>
        </p:blipFill>
        <p:spPr>
          <a:xfrm>
            <a:off x="9952557" y="4033701"/>
            <a:ext cx="926696" cy="15512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Imagen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50" r="65958" b="5025"/>
          <a:stretch/>
        </p:blipFill>
        <p:spPr>
          <a:xfrm flipH="1">
            <a:off x="9232288" y="2551337"/>
            <a:ext cx="1018136" cy="13167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4740" y="4033701"/>
            <a:ext cx="1220016" cy="122001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Imagen 13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84" b="14988"/>
          <a:stretch/>
        </p:blipFill>
        <p:spPr>
          <a:xfrm>
            <a:off x="330493" y="178579"/>
            <a:ext cx="1269629" cy="1007174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4084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4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2541" y="0"/>
            <a:ext cx="10968608" cy="7312406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015" b="48133"/>
          <a:stretch/>
        </p:blipFill>
        <p:spPr>
          <a:xfrm>
            <a:off x="5079111" y="2343913"/>
            <a:ext cx="637379" cy="10669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Imagen 8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35" b="47725"/>
          <a:stretch/>
        </p:blipFill>
        <p:spPr>
          <a:xfrm>
            <a:off x="9747616" y="1316044"/>
            <a:ext cx="820735" cy="10816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68" t="3058" r="38747" b="45075"/>
          <a:stretch/>
        </p:blipFill>
        <p:spPr>
          <a:xfrm flipH="1">
            <a:off x="5223034" y="4288460"/>
            <a:ext cx="602857" cy="10091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Imagen 11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37" t="50140" r="35078" b="-2007"/>
          <a:stretch/>
        </p:blipFill>
        <p:spPr>
          <a:xfrm>
            <a:off x="9841057" y="3332566"/>
            <a:ext cx="727294" cy="12174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Imagen 12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50" r="65958" b="5025"/>
          <a:stretch/>
        </p:blipFill>
        <p:spPr>
          <a:xfrm flipH="1">
            <a:off x="9807862" y="2397688"/>
            <a:ext cx="788617" cy="10199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68" y="4352469"/>
            <a:ext cx="855006" cy="85500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Imagen 13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84" b="14988"/>
          <a:stretch/>
        </p:blipFill>
        <p:spPr>
          <a:xfrm>
            <a:off x="330493" y="178579"/>
            <a:ext cx="1269629" cy="1007174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380746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</TotalTime>
  <Words>7</Words>
  <Application>Microsoft Office PowerPoint</Application>
  <PresentationFormat>Personalizado</PresentationFormat>
  <Paragraphs>1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Urbanist ExtraBold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Gabriel Gabino Campo</dc:creator>
  <cp:lastModifiedBy>mulator</cp:lastModifiedBy>
  <cp:revision>10</cp:revision>
  <dcterms:created xsi:type="dcterms:W3CDTF">2025-09-10T14:08:42Z</dcterms:created>
  <dcterms:modified xsi:type="dcterms:W3CDTF">2025-09-14T21:32:25Z</dcterms:modified>
</cp:coreProperties>
</file>