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57" r:id="rId5"/>
    <p:sldId id="258" r:id="rId6"/>
  </p:sldIdLst>
  <p:sldSz cx="13011150" cy="7315200"/>
  <p:notesSz cx="9144000" cy="6858000"/>
  <p:defaultTextStyle>
    <a:defPPr>
      <a:defRPr lang="es-AR"/>
    </a:defPPr>
    <a:lvl1pPr marL="0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1pPr>
    <a:lvl2pPr marL="487832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2pPr>
    <a:lvl3pPr marL="975665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3pPr>
    <a:lvl4pPr marL="1463497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4pPr>
    <a:lvl5pPr marL="1951330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5pPr>
    <a:lvl6pPr marL="2439162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6pPr>
    <a:lvl7pPr marL="2926994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7pPr>
    <a:lvl8pPr marL="3414827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8pPr>
    <a:lvl9pPr marL="3902659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4E1"/>
    <a:srgbClr val="FBF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72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6394" y="1197187"/>
            <a:ext cx="9758363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6394" y="3842174"/>
            <a:ext cx="9758363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360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968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740" y="1823721"/>
            <a:ext cx="11222117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740" y="4895428"/>
            <a:ext cx="11222117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5007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516" y="1947333"/>
            <a:ext cx="5529739" cy="464142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6895" y="1947333"/>
            <a:ext cx="5529739" cy="464142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421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211" y="389467"/>
            <a:ext cx="11222117" cy="141393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6212" y="1793241"/>
            <a:ext cx="5504326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6212" y="2672080"/>
            <a:ext cx="5504326" cy="393022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6895" y="1793241"/>
            <a:ext cx="5531433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6895" y="2672080"/>
            <a:ext cx="5531433" cy="393022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3977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100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574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212" y="487680"/>
            <a:ext cx="419643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1433" y="1053254"/>
            <a:ext cx="6586895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212" y="2194560"/>
            <a:ext cx="419643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190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212" y="487680"/>
            <a:ext cx="419643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1433" y="1053254"/>
            <a:ext cx="6586895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212" y="2194560"/>
            <a:ext cx="419643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878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788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11104" y="389467"/>
            <a:ext cx="2805529" cy="619929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517" y="389467"/>
            <a:ext cx="8253948" cy="6199294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350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517" y="389467"/>
            <a:ext cx="11222117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517" y="1947333"/>
            <a:ext cx="11222117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516" y="6780107"/>
            <a:ext cx="2927509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FC62-552A-4381-8FC5-A55DB422BFC9}" type="datetimeFigureOut">
              <a:rPr lang="es-AR" smtClean="0"/>
              <a:t>1/10/2025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9944" y="6780107"/>
            <a:ext cx="4391263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9125" y="6780107"/>
            <a:ext cx="2927509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880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C0222C5-981E-A869-3266-DF9F2CDB2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" b="783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268" y="6571807"/>
            <a:ext cx="2024632" cy="60268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632" y="1370102"/>
            <a:ext cx="2990849" cy="29908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" b="14988"/>
          <a:stretch/>
        </p:blipFill>
        <p:spPr>
          <a:xfrm>
            <a:off x="2728913" y="1237544"/>
            <a:ext cx="3686175" cy="2924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CuadroTexto 7"/>
          <p:cNvSpPr txBox="1"/>
          <p:nvPr/>
        </p:nvSpPr>
        <p:spPr>
          <a:xfrm>
            <a:off x="4368957" y="4493509"/>
            <a:ext cx="4439036" cy="387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Urbanist ExtraBold" panose="020B0A04040200000203" pitchFamily="34" charset="0"/>
                <a:ea typeface="Urbanist ExtraBold" panose="020B0A04040200000203" pitchFamily="34" charset="0"/>
                <a:cs typeface="Urbanist ExtraBold" panose="020B0A04040200000203" pitchFamily="34" charset="0"/>
              </a:rPr>
              <a:t>ImageCampus</a:t>
            </a:r>
            <a:r>
              <a:rPr lang="es-AR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Urbanist ExtraBold" panose="020B0A04040200000203" pitchFamily="34" charset="0"/>
                <a:ea typeface="Urbanist ExtraBold" panose="020B0A04040200000203" pitchFamily="34" charset="0"/>
                <a:cs typeface="Urbanist ExtraBold" panose="020B0A04040200000203" pitchFamily="34" charset="0"/>
              </a:rPr>
              <a:t> - TP 1 - Gabriel Campo</a:t>
            </a:r>
          </a:p>
        </p:txBody>
      </p:sp>
    </p:spTree>
    <p:extLst>
      <p:ext uri="{BB962C8B-B14F-4D97-AF65-F5344CB8AC3E}">
        <p14:creationId xmlns:p14="http://schemas.microsoft.com/office/powerpoint/2010/main" val="1183665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91C79-8DAE-F01C-0F08-0455C988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A10F394-282A-D2D2-3B5A-C14A8D1E9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" b="783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2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27756-070F-C5A7-8949-06C9E814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4BABF0-CF8A-2D61-B08C-BE5046862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2D70DB4-D0B6-2863-4134-A9A5082468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594" y="6305107"/>
            <a:ext cx="2024632" cy="60268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F783215-3361-7927-31D3-6291CB1603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632" y="1370102"/>
            <a:ext cx="2990849" cy="29908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0556A2A-EB8A-AA9E-B43A-50DE0A635B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" b="14988"/>
          <a:stretch/>
        </p:blipFill>
        <p:spPr>
          <a:xfrm>
            <a:off x="2728913" y="1237544"/>
            <a:ext cx="3686175" cy="2924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CB65579-E02D-EB92-73E1-8A43C9BE1866}"/>
              </a:ext>
            </a:extLst>
          </p:cNvPr>
          <p:cNvSpPr txBox="1"/>
          <p:nvPr/>
        </p:nvSpPr>
        <p:spPr>
          <a:xfrm>
            <a:off x="4368957" y="4493509"/>
            <a:ext cx="4439036" cy="387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Urbanist ExtraBold" panose="020B0A04040200000203" pitchFamily="34" charset="0"/>
                <a:ea typeface="Urbanist ExtraBold" panose="020B0A04040200000203" pitchFamily="34" charset="0"/>
                <a:cs typeface="Urbanist ExtraBold" panose="020B0A04040200000203" pitchFamily="34" charset="0"/>
              </a:rPr>
              <a:t>ImageCampus</a:t>
            </a:r>
            <a:r>
              <a:rPr lang="es-AR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Urbanist ExtraBold" panose="020B0A04040200000203" pitchFamily="34" charset="0"/>
                <a:ea typeface="Urbanist ExtraBold" panose="020B0A04040200000203" pitchFamily="34" charset="0"/>
                <a:cs typeface="Urbanist ExtraBold" panose="020B0A04040200000203" pitchFamily="34" charset="0"/>
              </a:rPr>
              <a:t> - TP 1 - Gabriel Campo</a:t>
            </a:r>
          </a:p>
        </p:txBody>
      </p:sp>
    </p:spTree>
    <p:extLst>
      <p:ext uri="{BB962C8B-B14F-4D97-AF65-F5344CB8AC3E}">
        <p14:creationId xmlns:p14="http://schemas.microsoft.com/office/powerpoint/2010/main" val="351095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A6C086D-A203-7A5A-41F6-52C5DF747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015" b="48133"/>
          <a:stretch/>
        </p:blipFill>
        <p:spPr>
          <a:xfrm>
            <a:off x="2923544" y="1087981"/>
            <a:ext cx="926696" cy="15512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5" b="47725"/>
          <a:stretch/>
        </p:blipFill>
        <p:spPr>
          <a:xfrm>
            <a:off x="10415905" y="2206913"/>
            <a:ext cx="1186332" cy="15634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8" t="3058" r="38747" b="45075"/>
          <a:stretch/>
        </p:blipFill>
        <p:spPr>
          <a:xfrm flipH="1">
            <a:off x="1416402" y="4513321"/>
            <a:ext cx="926696" cy="15512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7" t="50140" r="35078" b="-2007"/>
          <a:stretch/>
        </p:blipFill>
        <p:spPr>
          <a:xfrm>
            <a:off x="9952557" y="4033701"/>
            <a:ext cx="926696" cy="15512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50" r="65958" b="5025"/>
          <a:stretch/>
        </p:blipFill>
        <p:spPr>
          <a:xfrm flipH="1">
            <a:off x="9232288" y="2551337"/>
            <a:ext cx="1018136" cy="1316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4740" y="4033701"/>
            <a:ext cx="1220016" cy="12200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" b="14988"/>
          <a:stretch/>
        </p:blipFill>
        <p:spPr>
          <a:xfrm>
            <a:off x="330493" y="178579"/>
            <a:ext cx="1269629" cy="1007174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4084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541" y="0"/>
            <a:ext cx="10968608" cy="731240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015" b="48133"/>
          <a:stretch/>
        </p:blipFill>
        <p:spPr>
          <a:xfrm>
            <a:off x="5079111" y="2343913"/>
            <a:ext cx="637379" cy="10669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5" b="47725"/>
          <a:stretch/>
        </p:blipFill>
        <p:spPr>
          <a:xfrm>
            <a:off x="9747616" y="1316044"/>
            <a:ext cx="820735" cy="10816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8" t="3058" r="38747" b="45075"/>
          <a:stretch/>
        </p:blipFill>
        <p:spPr>
          <a:xfrm flipH="1">
            <a:off x="5223034" y="4288460"/>
            <a:ext cx="602857" cy="10091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7" t="50140" r="35078" b="-2007"/>
          <a:stretch/>
        </p:blipFill>
        <p:spPr>
          <a:xfrm>
            <a:off x="9841057" y="3332566"/>
            <a:ext cx="727294" cy="12174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50" r="65958" b="5025"/>
          <a:stretch/>
        </p:blipFill>
        <p:spPr>
          <a:xfrm flipH="1">
            <a:off x="9807862" y="2397688"/>
            <a:ext cx="788617" cy="10199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68" y="4352469"/>
            <a:ext cx="855006" cy="8550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" b="14988"/>
          <a:stretch/>
        </p:blipFill>
        <p:spPr>
          <a:xfrm>
            <a:off x="330493" y="178579"/>
            <a:ext cx="1269629" cy="1007174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3807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14</Words>
  <Application>Microsoft Office PowerPoint</Application>
  <PresentationFormat>Personalizado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Urbanist ExtraBold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 Gabino Campo</dc:creator>
  <cp:lastModifiedBy>mulator</cp:lastModifiedBy>
  <cp:revision>11</cp:revision>
  <dcterms:created xsi:type="dcterms:W3CDTF">2025-09-10T14:08:42Z</dcterms:created>
  <dcterms:modified xsi:type="dcterms:W3CDTF">2025-10-01T17:02:38Z</dcterms:modified>
</cp:coreProperties>
</file>