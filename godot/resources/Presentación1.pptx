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60" r:id="rId4"/>
    <p:sldId id="259" r:id="rId5"/>
    <p:sldId id="257" r:id="rId6"/>
    <p:sldId id="258" r:id="rId7"/>
  </p:sldIdLst>
  <p:sldSz cx="13011150" cy="7315200"/>
  <p:notesSz cx="9144000" cy="6858000"/>
  <p:defaultTextStyle>
    <a:defPPr>
      <a:defRPr lang="es-AR"/>
    </a:defPPr>
    <a:lvl1pPr marL="0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1pPr>
    <a:lvl2pPr marL="487832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2pPr>
    <a:lvl3pPr marL="975665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3pPr>
    <a:lvl4pPr marL="1463497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4pPr>
    <a:lvl5pPr marL="1951330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5pPr>
    <a:lvl6pPr marL="2439162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6pPr>
    <a:lvl7pPr marL="2926994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7pPr>
    <a:lvl8pPr marL="3414827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8pPr>
    <a:lvl9pPr marL="3902659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4E1"/>
    <a:srgbClr val="FBF2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7" d="100"/>
          <a:sy n="97" d="100"/>
        </p:scale>
        <p:origin x="9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6394" y="1197187"/>
            <a:ext cx="9758363" cy="2546773"/>
          </a:xfrm>
        </p:spPr>
        <p:txBody>
          <a:bodyPr anchor="b"/>
          <a:lstStyle>
            <a:lvl1pPr algn="ctr">
              <a:defRPr sz="6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6394" y="3842174"/>
            <a:ext cx="9758363" cy="1766146"/>
          </a:xfrm>
        </p:spPr>
        <p:txBody>
          <a:bodyPr/>
          <a:lstStyle>
            <a:lvl1pPr marL="0" indent="0" algn="ctr">
              <a:buNone/>
              <a:defRPr sz="2560"/>
            </a:lvl1pPr>
            <a:lvl2pPr marL="487695" indent="0" algn="ctr">
              <a:buNone/>
              <a:defRPr sz="2133"/>
            </a:lvl2pPr>
            <a:lvl3pPr marL="975390" indent="0" algn="ctr">
              <a:buNone/>
              <a:defRPr sz="1920"/>
            </a:lvl3pPr>
            <a:lvl4pPr marL="1463086" indent="0" algn="ctr">
              <a:buNone/>
              <a:defRPr sz="1707"/>
            </a:lvl4pPr>
            <a:lvl5pPr marL="1950781" indent="0" algn="ctr">
              <a:buNone/>
              <a:defRPr sz="1707"/>
            </a:lvl5pPr>
            <a:lvl6pPr marL="2438476" indent="0" algn="ctr">
              <a:buNone/>
              <a:defRPr sz="1707"/>
            </a:lvl6pPr>
            <a:lvl7pPr marL="2926171" indent="0" algn="ctr">
              <a:buNone/>
              <a:defRPr sz="1707"/>
            </a:lvl7pPr>
            <a:lvl8pPr marL="3413867" indent="0" algn="ctr">
              <a:buNone/>
              <a:defRPr sz="1707"/>
            </a:lvl8pPr>
            <a:lvl9pPr marL="3901562" indent="0" algn="ctr">
              <a:buNone/>
              <a:defRPr sz="1707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2/10/2025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83604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2/10/2025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829686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740" y="1823721"/>
            <a:ext cx="11222117" cy="3042919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740" y="4895428"/>
            <a:ext cx="11222117" cy="1600199"/>
          </a:xfrm>
        </p:spPr>
        <p:txBody>
          <a:bodyPr/>
          <a:lstStyle>
            <a:lvl1pPr marL="0" indent="0">
              <a:buNone/>
              <a:defRPr sz="2560">
                <a:solidFill>
                  <a:schemeClr val="tx1">
                    <a:tint val="75000"/>
                  </a:schemeClr>
                </a:solidFill>
              </a:defRPr>
            </a:lvl1pPr>
            <a:lvl2pPr marL="487695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2pPr>
            <a:lvl3pPr marL="97539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463086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4pPr>
            <a:lvl5pPr marL="195078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5pPr>
            <a:lvl6pPr marL="2438476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6pPr>
            <a:lvl7pPr marL="29261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7pPr>
            <a:lvl8pPr marL="3413867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8pPr>
            <a:lvl9pPr marL="3901562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2/10/2025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8650079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94516" y="1947333"/>
            <a:ext cx="5529739" cy="4641427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86895" y="1947333"/>
            <a:ext cx="5529739" cy="4641427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2/10/2025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524219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6211" y="389467"/>
            <a:ext cx="11222117" cy="141393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6212" y="1793241"/>
            <a:ext cx="5504326" cy="878839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6212" y="2672080"/>
            <a:ext cx="5504326" cy="3930227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86895" y="1793241"/>
            <a:ext cx="5531433" cy="878839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86895" y="2672080"/>
            <a:ext cx="5531433" cy="3930227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2/10/2025</a:t>
            </a:fld>
            <a:endParaRPr lang="es-A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39771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2/10/2025</a:t>
            </a:fld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371007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2/10/2025</a:t>
            </a:fld>
            <a:endParaRPr lang="es-A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815743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6212" y="487680"/>
            <a:ext cx="4196434" cy="170688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31433" y="1053254"/>
            <a:ext cx="6586895" cy="5198533"/>
          </a:xfrm>
        </p:spPr>
        <p:txBody>
          <a:bodyPr/>
          <a:lstStyle>
            <a:lvl1pPr>
              <a:defRPr sz="3413"/>
            </a:lvl1pPr>
            <a:lvl2pPr>
              <a:defRPr sz="2987"/>
            </a:lvl2pPr>
            <a:lvl3pPr>
              <a:defRPr sz="256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6212" y="2194560"/>
            <a:ext cx="4196434" cy="4065694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2/10/2025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571909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6212" y="487680"/>
            <a:ext cx="4196434" cy="170688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1433" y="1053254"/>
            <a:ext cx="6586895" cy="5198533"/>
          </a:xfrm>
        </p:spPr>
        <p:txBody>
          <a:bodyPr anchor="t"/>
          <a:lstStyle>
            <a:lvl1pPr marL="0" indent="0">
              <a:buNone/>
              <a:defRPr sz="3413"/>
            </a:lvl1pPr>
            <a:lvl2pPr marL="487695" indent="0">
              <a:buNone/>
              <a:defRPr sz="2987"/>
            </a:lvl2pPr>
            <a:lvl3pPr marL="975390" indent="0">
              <a:buNone/>
              <a:defRPr sz="2560"/>
            </a:lvl3pPr>
            <a:lvl4pPr marL="1463086" indent="0">
              <a:buNone/>
              <a:defRPr sz="2133"/>
            </a:lvl4pPr>
            <a:lvl5pPr marL="1950781" indent="0">
              <a:buNone/>
              <a:defRPr sz="2133"/>
            </a:lvl5pPr>
            <a:lvl6pPr marL="2438476" indent="0">
              <a:buNone/>
              <a:defRPr sz="2133"/>
            </a:lvl6pPr>
            <a:lvl7pPr marL="2926171" indent="0">
              <a:buNone/>
              <a:defRPr sz="2133"/>
            </a:lvl7pPr>
            <a:lvl8pPr marL="3413867" indent="0">
              <a:buNone/>
              <a:defRPr sz="2133"/>
            </a:lvl8pPr>
            <a:lvl9pPr marL="3901562" indent="0">
              <a:buNone/>
              <a:defRPr sz="2133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6212" y="2194560"/>
            <a:ext cx="4196434" cy="4065694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2/10/2025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818788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2/10/2025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77884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11104" y="389467"/>
            <a:ext cx="2805529" cy="619929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94517" y="389467"/>
            <a:ext cx="8253948" cy="6199294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2/10/2025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003503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2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4517" y="389467"/>
            <a:ext cx="11222117" cy="14139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4517" y="1947333"/>
            <a:ext cx="11222117" cy="4641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4516" y="6780107"/>
            <a:ext cx="2927509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9CFC62-552A-4381-8FC5-A55DB422BFC9}" type="datetimeFigureOut">
              <a:rPr lang="es-AR" smtClean="0"/>
              <a:t>2/10/2025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09944" y="6780107"/>
            <a:ext cx="4391263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89125" y="6780107"/>
            <a:ext cx="2927509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88803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75390" rtl="0" eaLnBrk="1" latinLnBrk="0" hangingPunct="1">
        <a:lnSpc>
          <a:spcPct val="90000"/>
        </a:lnSpc>
        <a:spcBef>
          <a:spcPct val="0"/>
        </a:spcBef>
        <a:buNone/>
        <a:defRPr sz="4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8" indent="-243848" algn="l" defTabSz="9753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2987" kern="1200">
          <a:solidFill>
            <a:schemeClr val="tx1"/>
          </a:solidFill>
          <a:latin typeface="+mn-lt"/>
          <a:ea typeface="+mn-ea"/>
          <a:cs typeface="+mn-cs"/>
        </a:defRPr>
      </a:lvl1pPr>
      <a:lvl2pPr marL="73154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38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3pPr>
      <a:lvl4pPr marL="170693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219462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68232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7001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71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410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95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9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8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8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7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17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867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562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2967" y="6564248"/>
            <a:ext cx="1785783" cy="531582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60000"/>
              </a:prstClr>
            </a:outerShdw>
          </a:effectLst>
        </p:spPr>
      </p:pic>
      <p:sp>
        <p:nvSpPr>
          <p:cNvPr id="8" name="CuadroTexto 7"/>
          <p:cNvSpPr txBox="1"/>
          <p:nvPr/>
        </p:nvSpPr>
        <p:spPr>
          <a:xfrm>
            <a:off x="3300211" y="4493509"/>
            <a:ext cx="64107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sz="2800" b="1" dirty="0" err="1">
                <a:ln w="12700">
                  <a:solidFill>
                    <a:schemeClr val="accent4">
                      <a:lumMod val="60000"/>
                      <a:lumOff val="40000"/>
                    </a:schemeClr>
                  </a:solidFill>
                </a:ln>
                <a:solidFill>
                  <a:schemeClr val="accent2">
                    <a:lumMod val="5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Urbanist Black" panose="020B0A04040200000203" pitchFamily="34" charset="0"/>
                <a:ea typeface="Urbanist Black" panose="020B0A04040200000203" pitchFamily="34" charset="0"/>
                <a:cs typeface="Urbanist Black" panose="020B0A04040200000203" pitchFamily="34" charset="0"/>
              </a:rPr>
              <a:t>ImageCampus</a:t>
            </a:r>
            <a:r>
              <a:rPr lang="es-AR" sz="2800" b="1" dirty="0">
                <a:ln w="12700">
                  <a:solidFill>
                    <a:schemeClr val="accent4">
                      <a:lumMod val="60000"/>
                      <a:lumOff val="40000"/>
                    </a:schemeClr>
                  </a:solidFill>
                </a:ln>
                <a:solidFill>
                  <a:schemeClr val="accent2">
                    <a:lumMod val="5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Urbanist Black" panose="020B0A04040200000203" pitchFamily="34" charset="0"/>
                <a:ea typeface="Urbanist Black" panose="020B0A04040200000203" pitchFamily="34" charset="0"/>
                <a:cs typeface="Urbanist Black" panose="020B0A04040200000203" pitchFamily="34" charset="0"/>
              </a:rPr>
              <a:t> - TP 1 - Gabriel Campo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328BB3F-98FC-5618-473D-9093B1BE471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5" t="11055" r="22381" b="16109"/>
          <a:stretch>
            <a:fillRect/>
          </a:stretch>
        </p:blipFill>
        <p:spPr>
          <a:xfrm>
            <a:off x="4366654" y="1248697"/>
            <a:ext cx="4277842" cy="297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665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4E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451F0D-4329-B3B1-59CA-CF705C839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B7D359E8-9DDC-164B-2E62-CAAB396AB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33" b="7833"/>
          <a:stretch>
            <a:fillRect/>
          </a:stretch>
        </p:blipFill>
        <p:spPr>
          <a:xfrm>
            <a:off x="0" y="0"/>
            <a:ext cx="13011150" cy="73152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9AD4AB5-B3A4-AC16-E12E-E215FB3B34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1268" y="6571807"/>
            <a:ext cx="2024632" cy="60268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60000"/>
              </a:prstClr>
            </a:outerShdw>
          </a:effec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F9C3B9BE-397B-64C5-B1B9-F611CD8DDB0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9632" y="1370102"/>
            <a:ext cx="2990849" cy="299084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FCC1446-260D-1774-9832-E420BCBEA23B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84" b="14988"/>
          <a:stretch/>
        </p:blipFill>
        <p:spPr>
          <a:xfrm>
            <a:off x="2728913" y="1237544"/>
            <a:ext cx="3686175" cy="292417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4C8C80BA-DAE8-3AD3-C8FC-97E5F53D185A}"/>
              </a:ext>
            </a:extLst>
          </p:cNvPr>
          <p:cNvSpPr txBox="1"/>
          <p:nvPr/>
        </p:nvSpPr>
        <p:spPr>
          <a:xfrm>
            <a:off x="4368957" y="4493509"/>
            <a:ext cx="4439036" cy="3879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Urbanist ExtraBold" panose="020B0A04040200000203" pitchFamily="34" charset="0"/>
                <a:ea typeface="Urbanist ExtraBold" panose="020B0A04040200000203" pitchFamily="34" charset="0"/>
                <a:cs typeface="Urbanist ExtraBold" panose="020B0A04040200000203" pitchFamily="34" charset="0"/>
              </a:rPr>
              <a:t>ImageCampus</a:t>
            </a:r>
            <a:r>
              <a:rPr lang="es-AR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Urbanist ExtraBold" panose="020B0A04040200000203" pitchFamily="34" charset="0"/>
                <a:ea typeface="Urbanist ExtraBold" panose="020B0A04040200000203" pitchFamily="34" charset="0"/>
                <a:cs typeface="Urbanist ExtraBold" panose="020B0A04040200000203" pitchFamily="34" charset="0"/>
              </a:rPr>
              <a:t> - TP 1 - Gabriel Campo</a:t>
            </a:r>
          </a:p>
        </p:txBody>
      </p:sp>
    </p:spTree>
    <p:extLst>
      <p:ext uri="{BB962C8B-B14F-4D97-AF65-F5344CB8AC3E}">
        <p14:creationId xmlns:p14="http://schemas.microsoft.com/office/powerpoint/2010/main" val="3774946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4E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591C79-8DAE-F01C-0F08-0455C9885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2A10F394-282A-D2D2-3B5A-C14A8D1E9D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33" b="7833"/>
          <a:stretch>
            <a:fillRect/>
          </a:stretch>
        </p:blipFill>
        <p:spPr>
          <a:xfrm>
            <a:off x="0" y="0"/>
            <a:ext cx="1301115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23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4E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827756-070F-C5A7-8949-06C9E814B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F4BABF0-CF8A-2D61-B08C-BE50468623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3011150" cy="73152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2D70DB4-D0B6-2863-4134-A9A5082468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594" y="6305107"/>
            <a:ext cx="2024632" cy="60268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60000"/>
              </a:prstClr>
            </a:outerShdw>
          </a:effec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F783215-3361-7927-31D3-6291CB16038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9632" y="1370102"/>
            <a:ext cx="2990849" cy="299084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0556A2A-EB8A-AA9E-B43A-50DE0A635B48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84" b="14988"/>
          <a:stretch/>
        </p:blipFill>
        <p:spPr>
          <a:xfrm>
            <a:off x="2728913" y="1237544"/>
            <a:ext cx="3686175" cy="292417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0CB65579-E02D-EB92-73E1-8A43C9BE1866}"/>
              </a:ext>
            </a:extLst>
          </p:cNvPr>
          <p:cNvSpPr txBox="1"/>
          <p:nvPr/>
        </p:nvSpPr>
        <p:spPr>
          <a:xfrm>
            <a:off x="4368957" y="4493509"/>
            <a:ext cx="4439036" cy="3879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Urbanist ExtraBold" panose="020B0A04040200000203" pitchFamily="34" charset="0"/>
                <a:ea typeface="Urbanist ExtraBold" panose="020B0A04040200000203" pitchFamily="34" charset="0"/>
                <a:cs typeface="Urbanist ExtraBold" panose="020B0A04040200000203" pitchFamily="34" charset="0"/>
              </a:rPr>
              <a:t>ImageCampus</a:t>
            </a:r>
            <a:r>
              <a:rPr lang="es-AR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Urbanist ExtraBold" panose="020B0A04040200000203" pitchFamily="34" charset="0"/>
                <a:ea typeface="Urbanist ExtraBold" panose="020B0A04040200000203" pitchFamily="34" charset="0"/>
                <a:cs typeface="Urbanist ExtraBold" panose="020B0A04040200000203" pitchFamily="34" charset="0"/>
              </a:rPr>
              <a:t> - TP 1 - Gabriel Campo</a:t>
            </a:r>
          </a:p>
        </p:txBody>
      </p:sp>
    </p:spTree>
    <p:extLst>
      <p:ext uri="{BB962C8B-B14F-4D97-AF65-F5344CB8AC3E}">
        <p14:creationId xmlns:p14="http://schemas.microsoft.com/office/powerpoint/2010/main" val="3510950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4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A6C086D-A203-7A5A-41F6-52C5DF7477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3011150" cy="7315200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015" b="48133"/>
          <a:stretch/>
        </p:blipFill>
        <p:spPr>
          <a:xfrm>
            <a:off x="2434657" y="2219105"/>
            <a:ext cx="926696" cy="155127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Imagen 8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35" b="47725"/>
          <a:stretch/>
        </p:blipFill>
        <p:spPr>
          <a:xfrm>
            <a:off x="10415905" y="2206913"/>
            <a:ext cx="1186332" cy="156346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Imagen 9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268" t="3058" r="38747" b="45075"/>
          <a:stretch/>
        </p:blipFill>
        <p:spPr>
          <a:xfrm flipH="1">
            <a:off x="2982651" y="4768885"/>
            <a:ext cx="926696" cy="155127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Imagen 1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37" t="50140" r="35078" b="-2007"/>
          <a:stretch/>
        </p:blipFill>
        <p:spPr>
          <a:xfrm>
            <a:off x="9952557" y="4033701"/>
            <a:ext cx="926696" cy="155127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Imagen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50" r="65958" b="5025"/>
          <a:stretch/>
        </p:blipFill>
        <p:spPr>
          <a:xfrm flipH="1">
            <a:off x="9232288" y="2551337"/>
            <a:ext cx="1018136" cy="13167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4740" y="4033701"/>
            <a:ext cx="1220016" cy="122001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Imagen 13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84" b="14988"/>
          <a:stretch/>
        </p:blipFill>
        <p:spPr>
          <a:xfrm>
            <a:off x="330493" y="178579"/>
            <a:ext cx="1269629" cy="1007174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4084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4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2541" y="0"/>
            <a:ext cx="10968608" cy="7312406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015" b="48133"/>
          <a:stretch/>
        </p:blipFill>
        <p:spPr>
          <a:xfrm>
            <a:off x="5079111" y="2343913"/>
            <a:ext cx="637379" cy="106696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Imagen 8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35" b="47725"/>
          <a:stretch/>
        </p:blipFill>
        <p:spPr>
          <a:xfrm>
            <a:off x="9747616" y="1316044"/>
            <a:ext cx="820735" cy="10816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Imagen 9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268" t="3058" r="38747" b="45075"/>
          <a:stretch/>
        </p:blipFill>
        <p:spPr>
          <a:xfrm flipH="1">
            <a:off x="5223034" y="4288460"/>
            <a:ext cx="602857" cy="100917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Imagen 11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37" t="50140" r="35078" b="-2007"/>
          <a:stretch/>
        </p:blipFill>
        <p:spPr>
          <a:xfrm>
            <a:off x="9841057" y="3332566"/>
            <a:ext cx="727294" cy="121747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Imagen 12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50" r="65958" b="5025"/>
          <a:stretch/>
        </p:blipFill>
        <p:spPr>
          <a:xfrm flipH="1">
            <a:off x="9807862" y="2397688"/>
            <a:ext cx="788617" cy="101990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68" y="4352469"/>
            <a:ext cx="855006" cy="85500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Imagen 13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84" b="14988"/>
          <a:stretch/>
        </p:blipFill>
        <p:spPr>
          <a:xfrm>
            <a:off x="330493" y="178579"/>
            <a:ext cx="1269629" cy="1007174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380746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</TotalTime>
  <Words>21</Words>
  <Application>Microsoft Office PowerPoint</Application>
  <PresentationFormat>Personalizado</PresentationFormat>
  <Paragraphs>3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Urbanist Black</vt:lpstr>
      <vt:lpstr>Urbanist ExtraBold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Gabriel Gabino Campo</dc:creator>
  <cp:lastModifiedBy>mulator</cp:lastModifiedBy>
  <cp:revision>14</cp:revision>
  <dcterms:created xsi:type="dcterms:W3CDTF">2025-09-10T14:08:42Z</dcterms:created>
  <dcterms:modified xsi:type="dcterms:W3CDTF">2025-10-02T13:48:24Z</dcterms:modified>
</cp:coreProperties>
</file>