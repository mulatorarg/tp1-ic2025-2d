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3011150" cy="7315200"/>
  <p:notesSz cx="9144000" cy="6858000"/>
  <p:defaultTextStyle>
    <a:defPPr>
      <a:defRPr lang="es-AR"/>
    </a:defPPr>
    <a:lvl1pPr marL="0" algn="l" defTabSz="975665" rtl="0" eaLnBrk="1" latinLnBrk="0" hangingPunct="1">
      <a:defRPr sz="1921" kern="1200">
        <a:solidFill>
          <a:schemeClr val="tx1"/>
        </a:solidFill>
        <a:latin typeface="+mn-lt"/>
        <a:ea typeface="+mn-ea"/>
        <a:cs typeface="+mn-cs"/>
      </a:defRPr>
    </a:lvl1pPr>
    <a:lvl2pPr marL="487832" algn="l" defTabSz="975665" rtl="0" eaLnBrk="1" latinLnBrk="0" hangingPunct="1">
      <a:defRPr sz="1921" kern="1200">
        <a:solidFill>
          <a:schemeClr val="tx1"/>
        </a:solidFill>
        <a:latin typeface="+mn-lt"/>
        <a:ea typeface="+mn-ea"/>
        <a:cs typeface="+mn-cs"/>
      </a:defRPr>
    </a:lvl2pPr>
    <a:lvl3pPr marL="975665" algn="l" defTabSz="975665" rtl="0" eaLnBrk="1" latinLnBrk="0" hangingPunct="1">
      <a:defRPr sz="1921" kern="1200">
        <a:solidFill>
          <a:schemeClr val="tx1"/>
        </a:solidFill>
        <a:latin typeface="+mn-lt"/>
        <a:ea typeface="+mn-ea"/>
        <a:cs typeface="+mn-cs"/>
      </a:defRPr>
    </a:lvl3pPr>
    <a:lvl4pPr marL="1463497" algn="l" defTabSz="975665" rtl="0" eaLnBrk="1" latinLnBrk="0" hangingPunct="1">
      <a:defRPr sz="1921" kern="1200">
        <a:solidFill>
          <a:schemeClr val="tx1"/>
        </a:solidFill>
        <a:latin typeface="+mn-lt"/>
        <a:ea typeface="+mn-ea"/>
        <a:cs typeface="+mn-cs"/>
      </a:defRPr>
    </a:lvl4pPr>
    <a:lvl5pPr marL="1951330" algn="l" defTabSz="975665" rtl="0" eaLnBrk="1" latinLnBrk="0" hangingPunct="1">
      <a:defRPr sz="1921" kern="1200">
        <a:solidFill>
          <a:schemeClr val="tx1"/>
        </a:solidFill>
        <a:latin typeface="+mn-lt"/>
        <a:ea typeface="+mn-ea"/>
        <a:cs typeface="+mn-cs"/>
      </a:defRPr>
    </a:lvl5pPr>
    <a:lvl6pPr marL="2439162" algn="l" defTabSz="975665" rtl="0" eaLnBrk="1" latinLnBrk="0" hangingPunct="1">
      <a:defRPr sz="1921" kern="1200">
        <a:solidFill>
          <a:schemeClr val="tx1"/>
        </a:solidFill>
        <a:latin typeface="+mn-lt"/>
        <a:ea typeface="+mn-ea"/>
        <a:cs typeface="+mn-cs"/>
      </a:defRPr>
    </a:lvl6pPr>
    <a:lvl7pPr marL="2926994" algn="l" defTabSz="975665" rtl="0" eaLnBrk="1" latinLnBrk="0" hangingPunct="1">
      <a:defRPr sz="1921" kern="1200">
        <a:solidFill>
          <a:schemeClr val="tx1"/>
        </a:solidFill>
        <a:latin typeface="+mn-lt"/>
        <a:ea typeface="+mn-ea"/>
        <a:cs typeface="+mn-cs"/>
      </a:defRPr>
    </a:lvl7pPr>
    <a:lvl8pPr marL="3414827" algn="l" defTabSz="975665" rtl="0" eaLnBrk="1" latinLnBrk="0" hangingPunct="1">
      <a:defRPr sz="1921" kern="1200">
        <a:solidFill>
          <a:schemeClr val="tx1"/>
        </a:solidFill>
        <a:latin typeface="+mn-lt"/>
        <a:ea typeface="+mn-ea"/>
        <a:cs typeface="+mn-cs"/>
      </a:defRPr>
    </a:lvl8pPr>
    <a:lvl9pPr marL="3902659" algn="l" defTabSz="975665" rtl="0" eaLnBrk="1" latinLnBrk="0" hangingPunct="1">
      <a:defRPr sz="192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4E1"/>
    <a:srgbClr val="FBF2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4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6394" y="1197187"/>
            <a:ext cx="9758363" cy="2546773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6394" y="3842174"/>
            <a:ext cx="9758363" cy="1766146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C62-552A-4381-8FC5-A55DB422BFC9}" type="datetimeFigureOut">
              <a:rPr lang="es-AR" smtClean="0"/>
              <a:t>11/09/2025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83604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C62-552A-4381-8FC5-A55DB422BFC9}" type="datetimeFigureOut">
              <a:rPr lang="es-AR" smtClean="0"/>
              <a:t>11/09/2025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29686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740" y="1823721"/>
            <a:ext cx="11222117" cy="3042919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740" y="4895428"/>
            <a:ext cx="11222117" cy="16001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C62-552A-4381-8FC5-A55DB422BFC9}" type="datetimeFigureOut">
              <a:rPr lang="es-AR" smtClean="0"/>
              <a:t>11/09/2025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65007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4516" y="1947333"/>
            <a:ext cx="5529739" cy="4641427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6895" y="1947333"/>
            <a:ext cx="5529739" cy="4641427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C62-552A-4381-8FC5-A55DB422BFC9}" type="datetimeFigureOut">
              <a:rPr lang="es-AR" smtClean="0"/>
              <a:t>11/09/2025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24219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211" y="389467"/>
            <a:ext cx="11222117" cy="1413934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6212" y="1793241"/>
            <a:ext cx="5504326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6212" y="2672080"/>
            <a:ext cx="5504326" cy="3930227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6895" y="1793241"/>
            <a:ext cx="5531433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6895" y="2672080"/>
            <a:ext cx="5531433" cy="3930227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C62-552A-4381-8FC5-A55DB422BFC9}" type="datetimeFigureOut">
              <a:rPr lang="es-AR" smtClean="0"/>
              <a:t>11/09/2025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39771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C62-552A-4381-8FC5-A55DB422BFC9}" type="datetimeFigureOut">
              <a:rPr lang="es-AR" smtClean="0"/>
              <a:t>11/09/2025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71007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C62-552A-4381-8FC5-A55DB422BFC9}" type="datetimeFigureOut">
              <a:rPr lang="es-AR" smtClean="0"/>
              <a:t>11/09/2025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15743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212" y="487680"/>
            <a:ext cx="4196434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1433" y="1053254"/>
            <a:ext cx="6586895" cy="5198533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212" y="2194560"/>
            <a:ext cx="4196434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C62-552A-4381-8FC5-A55DB422BFC9}" type="datetimeFigureOut">
              <a:rPr lang="es-AR" smtClean="0"/>
              <a:t>11/09/2025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71909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212" y="487680"/>
            <a:ext cx="4196434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1433" y="1053254"/>
            <a:ext cx="6586895" cy="5198533"/>
          </a:xfrm>
        </p:spPr>
        <p:txBody>
          <a:bodyPr anchor="t"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212" y="2194560"/>
            <a:ext cx="4196434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C62-552A-4381-8FC5-A55DB422BFC9}" type="datetimeFigureOut">
              <a:rPr lang="es-AR" smtClean="0"/>
              <a:t>11/09/2025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18788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C62-552A-4381-8FC5-A55DB422BFC9}" type="datetimeFigureOut">
              <a:rPr lang="es-AR" smtClean="0"/>
              <a:t>11/09/2025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7788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11104" y="389467"/>
            <a:ext cx="2805529" cy="619929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4517" y="389467"/>
            <a:ext cx="8253948" cy="6199294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C62-552A-4381-8FC5-A55DB422BFC9}" type="datetimeFigureOut">
              <a:rPr lang="es-AR" smtClean="0"/>
              <a:t>11/09/2025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03503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2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4517" y="389467"/>
            <a:ext cx="11222117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517" y="1947333"/>
            <a:ext cx="11222117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4516" y="6780107"/>
            <a:ext cx="2927509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CFC62-552A-4381-8FC5-A55DB422BFC9}" type="datetimeFigureOut">
              <a:rPr lang="es-AR" smtClean="0"/>
              <a:t>11/09/2025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9944" y="6780107"/>
            <a:ext cx="4391263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89125" y="6780107"/>
            <a:ext cx="2927509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68548-44E8-4FBF-8992-BC6BEED37B0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88803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4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79450"/>
            <a:ext cx="13011150" cy="86741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594" y="6305107"/>
            <a:ext cx="2024632" cy="602681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632" y="1813720"/>
            <a:ext cx="2990849" cy="299084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4" b="14988"/>
          <a:stretch/>
        </p:blipFill>
        <p:spPr>
          <a:xfrm>
            <a:off x="2728913" y="1681162"/>
            <a:ext cx="3686175" cy="29241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CuadroTexto 7"/>
          <p:cNvSpPr txBox="1"/>
          <p:nvPr/>
        </p:nvSpPr>
        <p:spPr>
          <a:xfrm>
            <a:off x="3762375" y="6412483"/>
            <a:ext cx="5014514" cy="387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 err="1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itchFamily="2" charset="0"/>
              </a:rPr>
              <a:t>ImageCampus</a:t>
            </a:r>
            <a:r>
              <a:rPr lang="es-AR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itchFamily="2" charset="0"/>
              </a:rPr>
              <a:t> - TP 1 - Gabriel Campo</a:t>
            </a:r>
            <a:endParaRPr lang="es-AR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665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4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541" y="0"/>
            <a:ext cx="10968609" cy="7312406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015" b="48133"/>
          <a:stretch/>
        </p:blipFill>
        <p:spPr>
          <a:xfrm>
            <a:off x="3846998" y="2880567"/>
            <a:ext cx="926696" cy="15512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35" b="47725"/>
          <a:stretch/>
        </p:blipFill>
        <p:spPr>
          <a:xfrm>
            <a:off x="10415905" y="2206913"/>
            <a:ext cx="1186332" cy="15634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68" t="3058" r="38747" b="45075"/>
          <a:stretch/>
        </p:blipFill>
        <p:spPr>
          <a:xfrm flipH="1">
            <a:off x="3702276" y="4431839"/>
            <a:ext cx="926696" cy="15512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37" t="50140" r="35078" b="-2007"/>
          <a:stretch/>
        </p:blipFill>
        <p:spPr>
          <a:xfrm>
            <a:off x="9741356" y="3868073"/>
            <a:ext cx="926696" cy="15512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50" r="65958" b="5025"/>
          <a:stretch/>
        </p:blipFill>
        <p:spPr>
          <a:xfrm flipH="1">
            <a:off x="9232288" y="2551337"/>
            <a:ext cx="1018136" cy="1316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4994" y="3711367"/>
            <a:ext cx="1220016" cy="12200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Imagen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4" b="14988"/>
          <a:stretch/>
        </p:blipFill>
        <p:spPr>
          <a:xfrm>
            <a:off x="330493" y="178579"/>
            <a:ext cx="1269629" cy="1007174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6408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4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541" y="0"/>
            <a:ext cx="10968608" cy="7312406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015" b="48133"/>
          <a:stretch/>
        </p:blipFill>
        <p:spPr>
          <a:xfrm>
            <a:off x="5079111" y="2343913"/>
            <a:ext cx="637379" cy="10669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35" b="47725"/>
          <a:stretch/>
        </p:blipFill>
        <p:spPr>
          <a:xfrm>
            <a:off x="9747616" y="1316044"/>
            <a:ext cx="820735" cy="10816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68" t="3058" r="38747" b="45075"/>
          <a:stretch/>
        </p:blipFill>
        <p:spPr>
          <a:xfrm flipH="1">
            <a:off x="5223034" y="4288460"/>
            <a:ext cx="602857" cy="10091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37" t="50140" r="35078" b="-2007"/>
          <a:stretch/>
        </p:blipFill>
        <p:spPr>
          <a:xfrm>
            <a:off x="9841057" y="3332566"/>
            <a:ext cx="727294" cy="12174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50" r="65958" b="5025"/>
          <a:stretch/>
        </p:blipFill>
        <p:spPr>
          <a:xfrm flipH="1">
            <a:off x="9807862" y="2397688"/>
            <a:ext cx="788617" cy="101990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668" y="4352469"/>
            <a:ext cx="855006" cy="8550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Imagen 13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4" b="14988"/>
          <a:stretch/>
        </p:blipFill>
        <p:spPr>
          <a:xfrm>
            <a:off x="330493" y="178579"/>
            <a:ext cx="1269629" cy="1007174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38074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</TotalTime>
  <Words>7</Words>
  <Application>Microsoft Office PowerPoint</Application>
  <PresentationFormat>Personalizado</PresentationFormat>
  <Paragraphs>1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Montserrat ExtraBold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Gabriel Gabino Campo</dc:creator>
  <cp:lastModifiedBy>Gabriel Gabino Campo</cp:lastModifiedBy>
  <cp:revision>7</cp:revision>
  <dcterms:created xsi:type="dcterms:W3CDTF">2025-09-10T14:08:42Z</dcterms:created>
  <dcterms:modified xsi:type="dcterms:W3CDTF">2025-09-11T16:18:51Z</dcterms:modified>
</cp:coreProperties>
</file>